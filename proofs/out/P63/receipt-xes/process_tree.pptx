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tree of the receipt phase, discovered from the first half of the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Confirmation of receipt</a:t>
            </a:r>
          </a:p>
        </p:txBody>
      </p:sp>
      <p:cxnSp>
        <p:nvCxnSpPr>
          <p:cNvPr id="5" name="Connector 4"/>
          <p:cNvCxnSpPr>
            <a:stCxn id="3" idx="3"/>
            <a:endCxn id="4" idx="1"/>
          </p:cNvCxnSpPr>
          <p:nvPr/>
        </p:nvCxnSpPr>
        <p:spPr>
          <a:xfrm flipV="1">
            <a:off x="210312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8" name="Connector 7"/>
          <p:cNvCxnSpPr>
            <a:stCxn id="6" idx="3"/>
            <a:endCxn id="7" idx="1"/>
          </p:cNvCxnSpPr>
          <p:nvPr/>
        </p:nvCxnSpPr>
        <p:spPr>
          <a:xfrm flipV="1">
            <a:off x="411480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9768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3" name="Connector 12"/>
          <p:cNvCxnSpPr>
            <a:stCxn id="11" idx="3"/>
            <a:endCxn id="12" idx="1"/>
          </p:cNvCxnSpPr>
          <p:nvPr/>
        </p:nvCxnSpPr>
        <p:spPr>
          <a:xfrm flipV="1">
            <a:off x="1014984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33272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T05 Print and send confirmation of rec</a:t>
            </a:r>
          </a:p>
        </p:txBody>
      </p:sp>
      <p:cxnSp>
        <p:nvCxnSpPr>
          <p:cNvPr id="15" name="Connector 14"/>
          <p:cNvCxnSpPr>
            <a:stCxn id="11" idx="3"/>
            <a:endCxn id="14" idx="1"/>
          </p:cNvCxnSpPr>
          <p:nvPr/>
        </p:nvCxnSpPr>
        <p:spPr>
          <a:xfrm>
            <a:off x="1014984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0" idx="3"/>
            <a:endCxn id="11" idx="1"/>
          </p:cNvCxnSpPr>
          <p:nvPr/>
        </p:nvCxnSpPr>
        <p:spPr>
          <a:xfrm flipV="1">
            <a:off x="813816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2104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5608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21" name="Connector 20"/>
          <p:cNvCxnSpPr>
            <a:stCxn id="19" idx="3"/>
            <a:endCxn id="20" idx="1"/>
          </p:cNvCxnSpPr>
          <p:nvPr/>
        </p:nvCxnSpPr>
        <p:spPr>
          <a:xfrm flipV="1">
            <a:off x="1417320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35608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36776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T12 Check document X request unlicense</a:t>
            </a:r>
          </a:p>
        </p:txBody>
      </p:sp>
      <p:cxnSp>
        <p:nvCxnSpPr>
          <p:cNvPr id="24" name="Connector 23"/>
          <p:cNvCxnSpPr>
            <a:stCxn id="22" idx="3"/>
            <a:endCxn id="23" idx="1"/>
          </p:cNvCxnSpPr>
          <p:nvPr/>
        </p:nvCxnSpPr>
        <p:spPr>
          <a:xfrm flipV="1">
            <a:off x="1618488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636776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26" name="Connector 25"/>
          <p:cNvCxnSpPr>
            <a:stCxn id="22" idx="3"/>
            <a:endCxn id="25" idx="1"/>
          </p:cNvCxnSpPr>
          <p:nvPr/>
        </p:nvCxnSpPr>
        <p:spPr>
          <a:xfrm flipV="1">
            <a:off x="16184880" y="13716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9" idx="3"/>
            <a:endCxn id="22" idx="1"/>
          </p:cNvCxnSpPr>
          <p:nvPr/>
        </p:nvCxnSpPr>
        <p:spPr>
          <a:xfrm>
            <a:off x="1417320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8" idx="3"/>
            <a:endCxn id="19" idx="1"/>
          </p:cNvCxnSpPr>
          <p:nvPr/>
        </p:nvCxnSpPr>
        <p:spPr>
          <a:xfrm flipV="1">
            <a:off x="12161520" y="9144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234440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35608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*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36776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37944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39112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34" name="Connector 33"/>
          <p:cNvCxnSpPr>
            <a:stCxn id="32" idx="3"/>
            <a:endCxn id="33" idx="1"/>
          </p:cNvCxnSpPr>
          <p:nvPr/>
        </p:nvCxnSpPr>
        <p:spPr>
          <a:xfrm flipV="1">
            <a:off x="2020824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039112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T02 Check confirmation of receipt</a:t>
            </a:r>
          </a:p>
        </p:txBody>
      </p:sp>
      <p:cxnSp>
        <p:nvCxnSpPr>
          <p:cNvPr id="36" name="Connector 35"/>
          <p:cNvCxnSpPr>
            <a:stCxn id="32" idx="3"/>
            <a:endCxn id="35" idx="1"/>
          </p:cNvCxnSpPr>
          <p:nvPr/>
        </p:nvCxnSpPr>
        <p:spPr>
          <a:xfrm>
            <a:off x="2020824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31" idx="3"/>
            <a:endCxn id="32" idx="1"/>
          </p:cNvCxnSpPr>
          <p:nvPr/>
        </p:nvCxnSpPr>
        <p:spPr>
          <a:xfrm flipV="1">
            <a:off x="18196560" y="9144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837944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39112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40" name="Connector 39"/>
          <p:cNvCxnSpPr>
            <a:stCxn id="38" idx="3"/>
            <a:endCxn id="39" idx="1"/>
          </p:cNvCxnSpPr>
          <p:nvPr/>
        </p:nvCxnSpPr>
        <p:spPr>
          <a:xfrm>
            <a:off x="2020824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039112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+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40280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41448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44" name="Connector 43"/>
          <p:cNvCxnSpPr>
            <a:stCxn id="42" idx="3"/>
            <a:endCxn id="43" idx="1"/>
          </p:cNvCxnSpPr>
          <p:nvPr/>
        </p:nvCxnSpPr>
        <p:spPr>
          <a:xfrm flipV="1">
            <a:off x="2423160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441448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T04 Determine confirmation of receipt</a:t>
            </a:r>
          </a:p>
        </p:txBody>
      </p:sp>
      <p:cxnSp>
        <p:nvCxnSpPr>
          <p:cNvPr id="46" name="Connector 45"/>
          <p:cNvCxnSpPr>
            <a:stCxn id="42" idx="3"/>
            <a:endCxn id="45" idx="1"/>
          </p:cNvCxnSpPr>
          <p:nvPr/>
        </p:nvCxnSpPr>
        <p:spPr>
          <a:xfrm>
            <a:off x="2423160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41" idx="3"/>
            <a:endCxn id="42" idx="1"/>
          </p:cNvCxnSpPr>
          <p:nvPr/>
        </p:nvCxnSpPr>
        <p:spPr>
          <a:xfrm flipV="1">
            <a:off x="22219920" y="9144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240280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41448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50" name="Connector 49"/>
          <p:cNvCxnSpPr>
            <a:stCxn id="48" idx="3"/>
            <a:endCxn id="49" idx="1"/>
          </p:cNvCxnSpPr>
          <p:nvPr/>
        </p:nvCxnSpPr>
        <p:spPr>
          <a:xfrm>
            <a:off x="2423160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41448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42616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43784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54" name="Connector 53"/>
          <p:cNvCxnSpPr>
            <a:stCxn id="52" idx="3"/>
            <a:endCxn id="53" idx="1"/>
          </p:cNvCxnSpPr>
          <p:nvPr/>
        </p:nvCxnSpPr>
        <p:spPr>
          <a:xfrm flipV="1">
            <a:off x="2825496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2843784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*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449519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46120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47288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59" name="Connector 58"/>
          <p:cNvCxnSpPr>
            <a:stCxn id="57" idx="3"/>
            <a:endCxn id="58" idx="1"/>
          </p:cNvCxnSpPr>
          <p:nvPr/>
        </p:nvCxnSpPr>
        <p:spPr>
          <a:xfrm flipV="1">
            <a:off x="3429000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447288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T08 Draft and send request for advice</a:t>
            </a:r>
          </a:p>
        </p:txBody>
      </p:sp>
      <p:cxnSp>
        <p:nvCxnSpPr>
          <p:cNvPr id="61" name="Connector 60"/>
          <p:cNvCxnSpPr>
            <a:stCxn id="57" idx="3"/>
            <a:endCxn id="60" idx="1"/>
          </p:cNvCxnSpPr>
          <p:nvPr/>
        </p:nvCxnSpPr>
        <p:spPr>
          <a:xfrm>
            <a:off x="3429000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56" idx="3"/>
            <a:endCxn id="57" idx="1"/>
          </p:cNvCxnSpPr>
          <p:nvPr/>
        </p:nvCxnSpPr>
        <p:spPr>
          <a:xfrm flipV="1">
            <a:off x="32278319" y="914400"/>
            <a:ext cx="1828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246120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47288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65" name="Connector 64"/>
          <p:cNvCxnSpPr>
            <a:stCxn id="63" idx="3"/>
            <a:endCxn id="64" idx="1"/>
          </p:cNvCxnSpPr>
          <p:nvPr/>
        </p:nvCxnSpPr>
        <p:spPr>
          <a:xfrm>
            <a:off x="3429000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3447288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T09-3 Process or receive external advi</a:t>
            </a:r>
          </a:p>
        </p:txBody>
      </p:sp>
      <p:cxnSp>
        <p:nvCxnSpPr>
          <p:cNvPr id="67" name="Connector 66"/>
          <p:cNvCxnSpPr>
            <a:stCxn id="63" idx="3"/>
            <a:endCxn id="66" idx="1"/>
          </p:cNvCxnSpPr>
          <p:nvPr/>
        </p:nvCxnSpPr>
        <p:spPr>
          <a:xfrm>
            <a:off x="3429000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447288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48456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49624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71" name="Connector 70"/>
          <p:cNvCxnSpPr>
            <a:stCxn id="69" idx="3"/>
            <a:endCxn id="70" idx="1"/>
          </p:cNvCxnSpPr>
          <p:nvPr/>
        </p:nvCxnSpPr>
        <p:spPr>
          <a:xfrm flipV="1">
            <a:off x="3831336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849624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T07-5 Draft intern advice aspect 5</a:t>
            </a:r>
          </a:p>
        </p:txBody>
      </p:sp>
      <p:cxnSp>
        <p:nvCxnSpPr>
          <p:cNvPr id="73" name="Connector 72"/>
          <p:cNvCxnSpPr>
            <a:stCxn id="69" idx="3"/>
            <a:endCxn id="72" idx="1"/>
          </p:cNvCxnSpPr>
          <p:nvPr/>
        </p:nvCxnSpPr>
        <p:spPr>
          <a:xfrm>
            <a:off x="3831336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>
            <a:stCxn id="68" idx="3"/>
            <a:endCxn id="69" idx="1"/>
          </p:cNvCxnSpPr>
          <p:nvPr/>
        </p:nvCxnSpPr>
        <p:spPr>
          <a:xfrm flipV="1">
            <a:off x="36301680" y="9144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648456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49624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77" name="Connector 76"/>
          <p:cNvCxnSpPr>
            <a:stCxn id="75" idx="3"/>
            <a:endCxn id="76" idx="1"/>
          </p:cNvCxnSpPr>
          <p:nvPr/>
        </p:nvCxnSpPr>
        <p:spPr>
          <a:xfrm>
            <a:off x="3831336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3849624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T09-4 Process or receive external advi</a:t>
            </a:r>
          </a:p>
        </p:txBody>
      </p:sp>
      <p:cxnSp>
        <p:nvCxnSpPr>
          <p:cNvPr id="79" name="Connector 78"/>
          <p:cNvCxnSpPr>
            <a:stCxn id="75" idx="3"/>
            <a:endCxn id="78" idx="1"/>
          </p:cNvCxnSpPr>
          <p:nvPr/>
        </p:nvCxnSpPr>
        <p:spPr>
          <a:xfrm>
            <a:off x="3831336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>
            <a:stCxn id="68" idx="3"/>
            <a:endCxn id="75" idx="1"/>
          </p:cNvCxnSpPr>
          <p:nvPr/>
        </p:nvCxnSpPr>
        <p:spPr>
          <a:xfrm flipV="1">
            <a:off x="36301680" y="13716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>
            <a:stCxn id="63" idx="3"/>
            <a:endCxn id="68" idx="1"/>
          </p:cNvCxnSpPr>
          <p:nvPr/>
        </p:nvCxnSpPr>
        <p:spPr>
          <a:xfrm>
            <a:off x="34290000" y="13716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3447288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T07-1 Draft intern advice aspect 1</a:t>
            </a:r>
          </a:p>
        </p:txBody>
      </p:sp>
      <p:cxnSp>
        <p:nvCxnSpPr>
          <p:cNvPr id="83" name="Connector 82"/>
          <p:cNvCxnSpPr>
            <a:stCxn id="63" idx="3"/>
            <a:endCxn id="82" idx="1"/>
          </p:cNvCxnSpPr>
          <p:nvPr/>
        </p:nvCxnSpPr>
        <p:spPr>
          <a:xfrm>
            <a:off x="34290000" y="13716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>
            <a:stCxn id="56" idx="3"/>
            <a:endCxn id="63" idx="1"/>
          </p:cNvCxnSpPr>
          <p:nvPr/>
        </p:nvCxnSpPr>
        <p:spPr>
          <a:xfrm>
            <a:off x="32278319" y="914400"/>
            <a:ext cx="182881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3246120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4472880" y="3474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87" name="Connector 86"/>
          <p:cNvCxnSpPr>
            <a:stCxn id="85" idx="3"/>
            <a:endCxn id="86" idx="1"/>
          </p:cNvCxnSpPr>
          <p:nvPr/>
        </p:nvCxnSpPr>
        <p:spPr>
          <a:xfrm>
            <a:off x="34290000" y="18288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34472880" y="3931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+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48456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849624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91" name="Connector 90"/>
          <p:cNvCxnSpPr>
            <a:stCxn id="89" idx="3"/>
            <a:endCxn id="90" idx="1"/>
          </p:cNvCxnSpPr>
          <p:nvPr/>
        </p:nvCxnSpPr>
        <p:spPr>
          <a:xfrm>
            <a:off x="38313360" y="18288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3849624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T07-2 Draft intern advice aspect 2</a:t>
            </a:r>
          </a:p>
        </p:txBody>
      </p:sp>
      <p:cxnSp>
        <p:nvCxnSpPr>
          <p:cNvPr id="93" name="Connector 92"/>
          <p:cNvCxnSpPr>
            <a:stCxn id="89" idx="3"/>
            <a:endCxn id="92" idx="1"/>
          </p:cNvCxnSpPr>
          <p:nvPr/>
        </p:nvCxnSpPr>
        <p:spPr>
          <a:xfrm>
            <a:off x="38313360" y="18288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>
            <a:stCxn id="88" idx="3"/>
            <a:endCxn id="89" idx="1"/>
          </p:cNvCxnSpPr>
          <p:nvPr/>
        </p:nvCxnSpPr>
        <p:spPr>
          <a:xfrm flipV="1">
            <a:off x="36301680" y="1828800"/>
            <a:ext cx="182880" cy="228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648456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8496240" y="3474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97" name="Connector 96"/>
          <p:cNvCxnSpPr>
            <a:stCxn id="95" idx="3"/>
            <a:endCxn id="96" idx="1"/>
          </p:cNvCxnSpPr>
          <p:nvPr/>
        </p:nvCxnSpPr>
        <p:spPr>
          <a:xfrm>
            <a:off x="38313360" y="22860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38496240" y="3931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50792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251960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01" name="Connector 100"/>
          <p:cNvCxnSpPr>
            <a:stCxn id="99" idx="3"/>
            <a:endCxn id="100" idx="1"/>
          </p:cNvCxnSpPr>
          <p:nvPr/>
        </p:nvCxnSpPr>
        <p:spPr>
          <a:xfrm flipV="1">
            <a:off x="42336720" y="9144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251960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T09-1 Process or receive external advi</a:t>
            </a:r>
          </a:p>
        </p:txBody>
      </p:sp>
      <p:cxnSp>
        <p:nvCxnSpPr>
          <p:cNvPr id="103" name="Connector 102"/>
          <p:cNvCxnSpPr>
            <a:stCxn id="99" idx="3"/>
            <a:endCxn id="102" idx="1"/>
          </p:cNvCxnSpPr>
          <p:nvPr/>
        </p:nvCxnSpPr>
        <p:spPr>
          <a:xfrm>
            <a:off x="4233672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>
            <a:stCxn id="98" idx="3"/>
            <a:endCxn id="99" idx="1"/>
          </p:cNvCxnSpPr>
          <p:nvPr/>
        </p:nvCxnSpPr>
        <p:spPr>
          <a:xfrm flipV="1">
            <a:off x="40325040" y="914400"/>
            <a:ext cx="182880" cy="3200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4050792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+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251960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53128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08" name="Connector 107"/>
          <p:cNvCxnSpPr>
            <a:stCxn id="106" idx="3"/>
            <a:endCxn id="107" idx="1"/>
          </p:cNvCxnSpPr>
          <p:nvPr/>
        </p:nvCxnSpPr>
        <p:spPr>
          <a:xfrm flipV="1">
            <a:off x="44348400" y="9144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4453128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*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654296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T06 Determine necessity of stop advice</a:t>
            </a:r>
          </a:p>
        </p:txBody>
      </p:sp>
      <p:cxnSp>
        <p:nvCxnSpPr>
          <p:cNvPr id="111" name="Connector 110"/>
          <p:cNvCxnSpPr>
            <a:stCxn id="109" idx="3"/>
            <a:endCxn id="110" idx="1"/>
          </p:cNvCxnSpPr>
          <p:nvPr/>
        </p:nvCxnSpPr>
        <p:spPr>
          <a:xfrm flipV="1">
            <a:off x="4636008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/>
          <p:cNvSpPr/>
          <p:nvPr/>
        </p:nvSpPr>
        <p:spPr>
          <a:xfrm>
            <a:off x="4654296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13" name="Connector 112"/>
          <p:cNvCxnSpPr>
            <a:stCxn id="109" idx="3"/>
            <a:endCxn id="112" idx="1"/>
          </p:cNvCxnSpPr>
          <p:nvPr/>
        </p:nvCxnSpPr>
        <p:spPr>
          <a:xfrm flipV="1">
            <a:off x="46360080" y="13716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>
            <a:stCxn id="106" idx="3"/>
            <a:endCxn id="109" idx="1"/>
          </p:cNvCxnSpPr>
          <p:nvPr/>
        </p:nvCxnSpPr>
        <p:spPr>
          <a:xfrm flipV="1">
            <a:off x="4434840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>
            <a:stCxn id="105" idx="3"/>
            <a:endCxn id="106" idx="1"/>
          </p:cNvCxnSpPr>
          <p:nvPr/>
        </p:nvCxnSpPr>
        <p:spPr>
          <a:xfrm>
            <a:off x="4233672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4251960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453128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18" name="Connector 117"/>
          <p:cNvCxnSpPr>
            <a:stCxn id="116" idx="3"/>
            <a:endCxn id="117" idx="1"/>
          </p:cNvCxnSpPr>
          <p:nvPr/>
        </p:nvCxnSpPr>
        <p:spPr>
          <a:xfrm flipV="1">
            <a:off x="4434840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4453128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654296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8554640" y="731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22" name="Connector 121"/>
          <p:cNvCxnSpPr>
            <a:stCxn id="120" idx="3"/>
            <a:endCxn id="121" idx="1"/>
          </p:cNvCxnSpPr>
          <p:nvPr/>
        </p:nvCxnSpPr>
        <p:spPr>
          <a:xfrm flipV="1">
            <a:off x="48371760" y="9144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4855464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T07-3 Draft intern advice hold for asp</a:t>
            </a:r>
          </a:p>
        </p:txBody>
      </p:sp>
      <p:cxnSp>
        <p:nvCxnSpPr>
          <p:cNvPr id="124" name="Connector 123"/>
          <p:cNvCxnSpPr>
            <a:stCxn id="120" idx="3"/>
            <a:endCxn id="123" idx="1"/>
          </p:cNvCxnSpPr>
          <p:nvPr/>
        </p:nvCxnSpPr>
        <p:spPr>
          <a:xfrm flipV="1">
            <a:off x="4837176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>
            <a:stCxn id="119" idx="3"/>
            <a:endCxn id="120" idx="1"/>
          </p:cNvCxnSpPr>
          <p:nvPr/>
        </p:nvCxnSpPr>
        <p:spPr>
          <a:xfrm flipV="1">
            <a:off x="4636008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4654296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855464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28" name="Connector 127"/>
          <p:cNvCxnSpPr>
            <a:stCxn id="126" idx="3"/>
            <a:endCxn id="127" idx="1"/>
          </p:cNvCxnSpPr>
          <p:nvPr/>
        </p:nvCxnSpPr>
        <p:spPr>
          <a:xfrm flipV="1">
            <a:off x="4837176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ounded Rectangle 128"/>
          <p:cNvSpPr/>
          <p:nvPr/>
        </p:nvSpPr>
        <p:spPr>
          <a:xfrm>
            <a:off x="4855464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T07-4 Draft internal advice to hold fo</a:t>
            </a:r>
          </a:p>
        </p:txBody>
      </p:sp>
      <p:cxnSp>
        <p:nvCxnSpPr>
          <p:cNvPr id="130" name="Connector 129"/>
          <p:cNvCxnSpPr>
            <a:stCxn id="126" idx="3"/>
            <a:endCxn id="129" idx="1"/>
          </p:cNvCxnSpPr>
          <p:nvPr/>
        </p:nvCxnSpPr>
        <p:spPr>
          <a:xfrm flipV="1">
            <a:off x="48371760" y="22860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>
            <a:stCxn id="119" idx="3"/>
            <a:endCxn id="126" idx="1"/>
          </p:cNvCxnSpPr>
          <p:nvPr/>
        </p:nvCxnSpPr>
        <p:spPr>
          <a:xfrm flipV="1">
            <a:off x="46360080" y="22860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>
            <a:stCxn id="116" idx="3"/>
            <a:endCxn id="119" idx="1"/>
          </p:cNvCxnSpPr>
          <p:nvPr/>
        </p:nvCxnSpPr>
        <p:spPr>
          <a:xfrm flipV="1">
            <a:off x="44348400" y="22860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>
            <a:stCxn id="105" idx="3"/>
            <a:endCxn id="116" idx="1"/>
          </p:cNvCxnSpPr>
          <p:nvPr/>
        </p:nvCxnSpPr>
        <p:spPr>
          <a:xfrm>
            <a:off x="4233672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>
            <a:stCxn id="98" idx="3"/>
            <a:endCxn id="105" idx="1"/>
          </p:cNvCxnSpPr>
          <p:nvPr/>
        </p:nvCxnSpPr>
        <p:spPr>
          <a:xfrm flipV="1">
            <a:off x="40325040" y="1371600"/>
            <a:ext cx="182880" cy="274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>
            <a:stCxn id="95" idx="3"/>
            <a:endCxn id="98" idx="1"/>
          </p:cNvCxnSpPr>
          <p:nvPr/>
        </p:nvCxnSpPr>
        <p:spPr>
          <a:xfrm>
            <a:off x="38313360" y="22860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>
            <a:stCxn id="88" idx="3"/>
            <a:endCxn id="95" idx="1"/>
          </p:cNvCxnSpPr>
          <p:nvPr/>
        </p:nvCxnSpPr>
        <p:spPr>
          <a:xfrm flipV="1">
            <a:off x="36301680" y="22860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>
            <a:stCxn id="85" idx="3"/>
            <a:endCxn id="88" idx="1"/>
          </p:cNvCxnSpPr>
          <p:nvPr/>
        </p:nvCxnSpPr>
        <p:spPr>
          <a:xfrm>
            <a:off x="34290000" y="1828800"/>
            <a:ext cx="182880" cy="228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>
            <a:stCxn id="56" idx="3"/>
            <a:endCxn id="85" idx="1"/>
          </p:cNvCxnSpPr>
          <p:nvPr/>
        </p:nvCxnSpPr>
        <p:spPr>
          <a:xfrm>
            <a:off x="32278319" y="914400"/>
            <a:ext cx="182881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>
            <a:stCxn id="55" idx="3"/>
            <a:endCxn id="56" idx="1"/>
          </p:cNvCxnSpPr>
          <p:nvPr/>
        </p:nvCxnSpPr>
        <p:spPr>
          <a:xfrm flipV="1">
            <a:off x="30266640" y="914400"/>
            <a:ext cx="182879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30449519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41" name="Connector 140"/>
          <p:cNvCxnSpPr>
            <a:stCxn id="55" idx="3"/>
            <a:endCxn id="140" idx="1"/>
          </p:cNvCxnSpPr>
          <p:nvPr/>
        </p:nvCxnSpPr>
        <p:spPr>
          <a:xfrm flipV="1">
            <a:off x="30266640" y="1371600"/>
            <a:ext cx="1828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>
            <a:stCxn id="52" idx="3"/>
            <a:endCxn id="55" idx="1"/>
          </p:cNvCxnSpPr>
          <p:nvPr/>
        </p:nvCxnSpPr>
        <p:spPr>
          <a:xfrm>
            <a:off x="2825496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>
            <a:stCxn id="51" idx="3"/>
            <a:endCxn id="52" idx="1"/>
          </p:cNvCxnSpPr>
          <p:nvPr/>
        </p:nvCxnSpPr>
        <p:spPr>
          <a:xfrm flipV="1">
            <a:off x="26243280" y="9144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2642616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843784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46" name="Connector 145"/>
          <p:cNvCxnSpPr>
            <a:stCxn id="144" idx="3"/>
            <a:endCxn id="145" idx="1"/>
          </p:cNvCxnSpPr>
          <p:nvPr/>
        </p:nvCxnSpPr>
        <p:spPr>
          <a:xfrm>
            <a:off x="2825496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2843784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T10 Determine necessity to stop indica</a:t>
            </a:r>
          </a:p>
        </p:txBody>
      </p:sp>
      <p:cxnSp>
        <p:nvCxnSpPr>
          <p:cNvPr id="148" name="Connector 147"/>
          <p:cNvCxnSpPr>
            <a:stCxn id="144" idx="3"/>
            <a:endCxn id="147" idx="1"/>
          </p:cNvCxnSpPr>
          <p:nvPr/>
        </p:nvCxnSpPr>
        <p:spPr>
          <a:xfrm>
            <a:off x="2825496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>
            <a:stCxn id="51" idx="3"/>
            <a:endCxn id="144" idx="1"/>
          </p:cNvCxnSpPr>
          <p:nvPr/>
        </p:nvCxnSpPr>
        <p:spPr>
          <a:xfrm flipV="1">
            <a:off x="2624328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2642616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843784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52" name="Connector 151"/>
          <p:cNvCxnSpPr>
            <a:stCxn id="150" idx="3"/>
            <a:endCxn id="151" idx="1"/>
          </p:cNvCxnSpPr>
          <p:nvPr/>
        </p:nvCxnSpPr>
        <p:spPr>
          <a:xfrm>
            <a:off x="28254960" y="18288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2843784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T11 Create document X request unlicens</a:t>
            </a:r>
          </a:p>
        </p:txBody>
      </p:sp>
      <p:cxnSp>
        <p:nvCxnSpPr>
          <p:cNvPr id="154" name="Connector 153"/>
          <p:cNvCxnSpPr>
            <a:stCxn id="150" idx="3"/>
            <a:endCxn id="153" idx="1"/>
          </p:cNvCxnSpPr>
          <p:nvPr/>
        </p:nvCxnSpPr>
        <p:spPr>
          <a:xfrm>
            <a:off x="28254960" y="18288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>
            <a:stCxn id="51" idx="3"/>
            <a:endCxn id="150" idx="1"/>
          </p:cNvCxnSpPr>
          <p:nvPr/>
        </p:nvCxnSpPr>
        <p:spPr>
          <a:xfrm flipV="1">
            <a:off x="2624328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>
            <a:stCxn id="48" idx="3"/>
            <a:endCxn id="51" idx="1"/>
          </p:cNvCxnSpPr>
          <p:nvPr/>
        </p:nvCxnSpPr>
        <p:spPr>
          <a:xfrm>
            <a:off x="2423160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>
            <a:stCxn id="41" idx="3"/>
            <a:endCxn id="48" idx="1"/>
          </p:cNvCxnSpPr>
          <p:nvPr/>
        </p:nvCxnSpPr>
        <p:spPr>
          <a:xfrm flipV="1">
            <a:off x="2221992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>
            <a:stCxn id="38" idx="3"/>
            <a:endCxn id="41" idx="1"/>
          </p:cNvCxnSpPr>
          <p:nvPr/>
        </p:nvCxnSpPr>
        <p:spPr>
          <a:xfrm>
            <a:off x="2020824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>
            <a:stCxn id="31" idx="3"/>
            <a:endCxn id="38" idx="1"/>
          </p:cNvCxnSpPr>
          <p:nvPr/>
        </p:nvCxnSpPr>
        <p:spPr>
          <a:xfrm flipV="1">
            <a:off x="1819656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1837944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039112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62" name="Connector 161"/>
          <p:cNvCxnSpPr>
            <a:stCxn id="160" idx="3"/>
            <a:endCxn id="161" idx="1"/>
          </p:cNvCxnSpPr>
          <p:nvPr/>
        </p:nvCxnSpPr>
        <p:spPr>
          <a:xfrm>
            <a:off x="20208240" y="18288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unded Rectangle 162"/>
          <p:cNvSpPr/>
          <p:nvPr/>
        </p:nvSpPr>
        <p:spPr>
          <a:xfrm>
            <a:off x="2039112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T03 Adjust confirmation of receipt</a:t>
            </a:r>
          </a:p>
        </p:txBody>
      </p:sp>
      <p:cxnSp>
        <p:nvCxnSpPr>
          <p:cNvPr id="164" name="Connector 163"/>
          <p:cNvCxnSpPr>
            <a:stCxn id="160" idx="3"/>
            <a:endCxn id="163" idx="1"/>
          </p:cNvCxnSpPr>
          <p:nvPr/>
        </p:nvCxnSpPr>
        <p:spPr>
          <a:xfrm>
            <a:off x="20208240" y="18288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ounded Rectangle 164"/>
          <p:cNvSpPr/>
          <p:nvPr/>
        </p:nvSpPr>
        <p:spPr>
          <a:xfrm>
            <a:off x="20391120" y="3474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-&gt;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240280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T16 Report reasons to hold request</a:t>
            </a:r>
          </a:p>
        </p:txBody>
      </p:sp>
      <p:cxnSp>
        <p:nvCxnSpPr>
          <p:cNvPr id="167" name="Connector 166"/>
          <p:cNvCxnSpPr>
            <a:stCxn id="165" idx="3"/>
            <a:endCxn id="166" idx="1"/>
          </p:cNvCxnSpPr>
          <p:nvPr/>
        </p:nvCxnSpPr>
        <p:spPr>
          <a:xfrm flipV="1">
            <a:off x="22219920" y="18288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/>
          <p:cNvSpPr/>
          <p:nvPr/>
        </p:nvSpPr>
        <p:spPr>
          <a:xfrm>
            <a:off x="2240280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*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441448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T17 Check report Y to stop indication</a:t>
            </a:r>
          </a:p>
        </p:txBody>
      </p:sp>
      <p:cxnSp>
        <p:nvCxnSpPr>
          <p:cNvPr id="170" name="Connector 169"/>
          <p:cNvCxnSpPr>
            <a:stCxn id="168" idx="3"/>
            <a:endCxn id="169" idx="1"/>
          </p:cNvCxnSpPr>
          <p:nvPr/>
        </p:nvCxnSpPr>
        <p:spPr>
          <a:xfrm>
            <a:off x="24231600" y="22860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ounded Rectangle 170"/>
          <p:cNvSpPr/>
          <p:nvPr/>
        </p:nvSpPr>
        <p:spPr>
          <a:xfrm>
            <a:off x="2441448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T18 Adjust report Y to stop indicition</a:t>
            </a:r>
          </a:p>
        </p:txBody>
      </p:sp>
      <p:cxnSp>
        <p:nvCxnSpPr>
          <p:cNvPr id="172" name="Connector 171"/>
          <p:cNvCxnSpPr>
            <a:stCxn id="168" idx="3"/>
            <a:endCxn id="171" idx="1"/>
          </p:cNvCxnSpPr>
          <p:nvPr/>
        </p:nvCxnSpPr>
        <p:spPr>
          <a:xfrm>
            <a:off x="24231600" y="22860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>
            <a:stCxn id="165" idx="3"/>
            <a:endCxn id="168" idx="1"/>
          </p:cNvCxnSpPr>
          <p:nvPr/>
        </p:nvCxnSpPr>
        <p:spPr>
          <a:xfrm flipV="1">
            <a:off x="22219920" y="2286000"/>
            <a:ext cx="18288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/>
          <p:cNvSpPr/>
          <p:nvPr/>
        </p:nvSpPr>
        <p:spPr>
          <a:xfrm>
            <a:off x="2240280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T19 Determine report Y to stop indicat</a:t>
            </a:r>
          </a:p>
        </p:txBody>
      </p:sp>
      <p:cxnSp>
        <p:nvCxnSpPr>
          <p:cNvPr id="175" name="Connector 174"/>
          <p:cNvCxnSpPr>
            <a:stCxn id="165" idx="3"/>
            <a:endCxn id="174" idx="1"/>
          </p:cNvCxnSpPr>
          <p:nvPr/>
        </p:nvCxnSpPr>
        <p:spPr>
          <a:xfrm flipV="1">
            <a:off x="22219920" y="27432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le 175"/>
          <p:cNvSpPr/>
          <p:nvPr/>
        </p:nvSpPr>
        <p:spPr>
          <a:xfrm>
            <a:off x="2240280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T20 Print report Y to stop indication</a:t>
            </a:r>
          </a:p>
        </p:txBody>
      </p:sp>
      <p:cxnSp>
        <p:nvCxnSpPr>
          <p:cNvPr id="177" name="Connector 176"/>
          <p:cNvCxnSpPr>
            <a:stCxn id="165" idx="3"/>
            <a:endCxn id="176" idx="1"/>
          </p:cNvCxnSpPr>
          <p:nvPr/>
        </p:nvCxnSpPr>
        <p:spPr>
          <a:xfrm flipV="1">
            <a:off x="22219920" y="3200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>
            <a:stCxn id="160" idx="3"/>
            <a:endCxn id="165" idx="1"/>
          </p:cNvCxnSpPr>
          <p:nvPr/>
        </p:nvCxnSpPr>
        <p:spPr>
          <a:xfrm>
            <a:off x="20208240" y="1828800"/>
            <a:ext cx="182880" cy="182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>
            <a:stCxn id="31" idx="3"/>
            <a:endCxn id="160" idx="1"/>
          </p:cNvCxnSpPr>
          <p:nvPr/>
        </p:nvCxnSpPr>
        <p:spPr>
          <a:xfrm flipV="1">
            <a:off x="18196560" y="18288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>
            <a:stCxn id="30" idx="3"/>
            <a:endCxn id="31" idx="1"/>
          </p:cNvCxnSpPr>
          <p:nvPr/>
        </p:nvCxnSpPr>
        <p:spPr>
          <a:xfrm flipV="1">
            <a:off x="16184880" y="18288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1636776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82" name="Connector 181"/>
          <p:cNvCxnSpPr>
            <a:stCxn id="30" idx="3"/>
            <a:endCxn id="181" idx="1"/>
          </p:cNvCxnSpPr>
          <p:nvPr/>
        </p:nvCxnSpPr>
        <p:spPr>
          <a:xfrm>
            <a:off x="1618488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>
            <a:stCxn id="29" idx="3"/>
            <a:endCxn id="30" idx="1"/>
          </p:cNvCxnSpPr>
          <p:nvPr/>
        </p:nvCxnSpPr>
        <p:spPr>
          <a:xfrm>
            <a:off x="1417320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1435608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6367760" y="25603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86" name="Connector 185"/>
          <p:cNvCxnSpPr>
            <a:stCxn id="184" idx="3"/>
            <a:endCxn id="185" idx="1"/>
          </p:cNvCxnSpPr>
          <p:nvPr/>
        </p:nvCxnSpPr>
        <p:spPr>
          <a:xfrm>
            <a:off x="16184880" y="22860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16367760" y="30175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T13 Adjust document X request unlicens</a:t>
            </a:r>
          </a:p>
        </p:txBody>
      </p:sp>
      <p:cxnSp>
        <p:nvCxnSpPr>
          <p:cNvPr id="188" name="Connector 187"/>
          <p:cNvCxnSpPr>
            <a:stCxn id="184" idx="3"/>
            <a:endCxn id="187" idx="1"/>
          </p:cNvCxnSpPr>
          <p:nvPr/>
        </p:nvCxnSpPr>
        <p:spPr>
          <a:xfrm>
            <a:off x="16184880" y="22860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>
            <a:stCxn id="29" idx="3"/>
            <a:endCxn id="184" idx="1"/>
          </p:cNvCxnSpPr>
          <p:nvPr/>
        </p:nvCxnSpPr>
        <p:spPr>
          <a:xfrm>
            <a:off x="1417320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>
            <a:stCxn id="18" idx="3"/>
            <a:endCxn id="29" idx="1"/>
          </p:cNvCxnSpPr>
          <p:nvPr/>
        </p:nvCxnSpPr>
        <p:spPr>
          <a:xfrm flipV="1">
            <a:off x="1216152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>
            <a:stCxn id="17" idx="3"/>
            <a:endCxn id="18" idx="1"/>
          </p:cNvCxnSpPr>
          <p:nvPr/>
        </p:nvCxnSpPr>
        <p:spPr>
          <a:xfrm>
            <a:off x="1014984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ounded Rectangle 191"/>
          <p:cNvSpPr/>
          <p:nvPr/>
        </p:nvSpPr>
        <p:spPr>
          <a:xfrm>
            <a:off x="1033272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234440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194" name="Connector 193"/>
          <p:cNvCxnSpPr>
            <a:stCxn id="192" idx="3"/>
            <a:endCxn id="193" idx="1"/>
          </p:cNvCxnSpPr>
          <p:nvPr/>
        </p:nvCxnSpPr>
        <p:spPr>
          <a:xfrm flipV="1">
            <a:off x="12161520" y="18288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ounded Rectangle 194"/>
          <p:cNvSpPr/>
          <p:nvPr/>
        </p:nvSpPr>
        <p:spPr>
          <a:xfrm>
            <a:off x="1234440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T14 Determine document X request unlic</a:t>
            </a:r>
          </a:p>
        </p:txBody>
      </p:sp>
      <p:cxnSp>
        <p:nvCxnSpPr>
          <p:cNvPr id="196" name="Connector 195"/>
          <p:cNvCxnSpPr>
            <a:stCxn id="192" idx="3"/>
            <a:endCxn id="195" idx="1"/>
          </p:cNvCxnSpPr>
          <p:nvPr/>
        </p:nvCxnSpPr>
        <p:spPr>
          <a:xfrm flipV="1">
            <a:off x="12161520" y="22860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>
            <a:stCxn id="17" idx="3"/>
            <a:endCxn id="192" idx="1"/>
          </p:cNvCxnSpPr>
          <p:nvPr/>
        </p:nvCxnSpPr>
        <p:spPr>
          <a:xfrm>
            <a:off x="1014984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>
            <a:stCxn id="10" idx="3"/>
            <a:endCxn id="17" idx="1"/>
          </p:cNvCxnSpPr>
          <p:nvPr/>
        </p:nvCxnSpPr>
        <p:spPr>
          <a:xfrm>
            <a:off x="813816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>
            <a:stCxn id="9" idx="3"/>
            <a:endCxn id="10" idx="1"/>
          </p:cNvCxnSpPr>
          <p:nvPr/>
        </p:nvCxnSpPr>
        <p:spPr>
          <a:xfrm flipV="1">
            <a:off x="612648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6309360" y="11887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X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8321040" y="16459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tau</a:t>
            </a:r>
          </a:p>
        </p:txBody>
      </p:sp>
      <p:cxnSp>
        <p:nvCxnSpPr>
          <p:cNvPr id="202" name="Connector 201"/>
          <p:cNvCxnSpPr>
            <a:stCxn id="200" idx="3"/>
            <a:endCxn id="201" idx="1"/>
          </p:cNvCxnSpPr>
          <p:nvPr/>
        </p:nvCxnSpPr>
        <p:spPr>
          <a:xfrm>
            <a:off x="8138160" y="13716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8321040" y="2103120"/>
            <a:ext cx="182880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T15 Print document X request unlicense</a:t>
            </a:r>
          </a:p>
        </p:txBody>
      </p:sp>
      <p:cxnSp>
        <p:nvCxnSpPr>
          <p:cNvPr id="204" name="Connector 203"/>
          <p:cNvCxnSpPr>
            <a:stCxn id="200" idx="3"/>
            <a:endCxn id="203" idx="1"/>
          </p:cNvCxnSpPr>
          <p:nvPr/>
        </p:nvCxnSpPr>
        <p:spPr>
          <a:xfrm>
            <a:off x="8138160" y="1371600"/>
            <a:ext cx="18288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>
            <a:stCxn id="9" idx="3"/>
            <a:endCxn id="200" idx="1"/>
          </p:cNvCxnSpPr>
          <p:nvPr/>
        </p:nvCxnSpPr>
        <p:spPr>
          <a:xfrm flipV="1">
            <a:off x="6126480" y="13716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>
            <a:stCxn id="6" idx="3"/>
            <a:endCxn id="9" idx="1"/>
          </p:cNvCxnSpPr>
          <p:nvPr/>
        </p:nvCxnSpPr>
        <p:spPr>
          <a:xfrm flipV="1">
            <a:off x="4114800" y="137160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>
            <a:stCxn id="3" idx="3"/>
            <a:endCxn id="6" idx="1"/>
          </p:cNvCxnSpPr>
          <p:nvPr/>
        </p:nvCxnSpPr>
        <p:spPr>
          <a:xfrm>
            <a:off x="2103120" y="914400"/>
            <a:ext cx="18288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