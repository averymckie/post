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nodejs-governance: forced order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31520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collaborator</a:t>
            </a:r>
          </a:p>
          <a:p>
            <a:r>
              <a:rPr sz="800"/>
              <a:t>s00#e25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98448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share</a:t>
            </a:r>
          </a:p>
          <a:p>
            <a:r>
              <a:rPr sz="800"/>
              <a:t>s00#e10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65376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meeting</a:t>
            </a:r>
          </a:p>
          <a:p>
            <a:r>
              <a:rPr sz="800"/>
              <a:t>s01#e3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432304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hour</a:t>
            </a:r>
          </a:p>
          <a:p>
            <a:r>
              <a:rPr sz="800"/>
              <a:t>s01#e8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999232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time</a:t>
            </a:r>
          </a:p>
          <a:p>
            <a:r>
              <a:rPr sz="800"/>
              <a:t>s04#e4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566160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week</a:t>
            </a:r>
          </a:p>
          <a:p>
            <a:r>
              <a:rPr sz="800"/>
              <a:t>s00#e19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133087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require</a:t>
            </a:r>
          </a:p>
          <a:p>
            <a:r>
              <a:rPr sz="800"/>
              <a:t>s00#e23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700016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address</a:t>
            </a:r>
          </a:p>
          <a:p>
            <a:r>
              <a:rPr sz="800"/>
              <a:t>s01#e29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5266944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onboarded</a:t>
            </a:r>
          </a:p>
          <a:p>
            <a:r>
              <a:rPr sz="800"/>
              <a:t>s00#e18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79" y="731520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more</a:t>
            </a:r>
          </a:p>
          <a:p>
            <a:r>
              <a:rPr sz="800"/>
              <a:t>s00#e19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79" y="1298448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meeting</a:t>
            </a:r>
          </a:p>
          <a:p>
            <a:r>
              <a:rPr sz="800"/>
              <a:t>s00#e4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79" y="1865376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ensure</a:t>
            </a:r>
          </a:p>
          <a:p>
            <a:r>
              <a:rPr sz="800"/>
              <a:t>s01#e8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79" y="2432304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be</a:t>
            </a:r>
          </a:p>
          <a:p>
            <a:r>
              <a:rPr sz="800"/>
              <a:t>s01#e11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79" y="2999232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add</a:t>
            </a:r>
          </a:p>
          <a:p>
            <a:r>
              <a:rPr sz="800"/>
              <a:t>s04#e33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68879" y="3566160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oppose</a:t>
            </a:r>
          </a:p>
          <a:p>
            <a:r>
              <a:rPr sz="800"/>
              <a:t>s00#e7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79" y="4133087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zero</a:t>
            </a:r>
          </a:p>
          <a:p>
            <a:r>
              <a:rPr sz="800"/>
              <a:t>s00#e18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79" y="4700016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advance</a:t>
            </a:r>
          </a:p>
          <a:p>
            <a:r>
              <a:rPr sz="800"/>
              <a:t>s01#e33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79" y="5266944"/>
            <a:ext cx="192024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800"/>
              <a:t>visible</a:t>
            </a:r>
          </a:p>
          <a:p>
            <a:r>
              <a:rPr sz="800"/>
              <a:t>s00#e11</a:t>
            </a:r>
          </a:p>
        </p:txBody>
      </p:sp>
      <p:cxnSp>
        <p:nvCxnSpPr>
          <p:cNvPr id="21" name="Connector 20"/>
          <p:cNvCxnSpPr>
            <a:stCxn id="3" idx="3"/>
            <a:endCxn id="12" idx="1"/>
          </p:cNvCxnSpPr>
          <p:nvPr/>
        </p:nvCxnSpPr>
        <p:spPr>
          <a:xfrm flipV="1">
            <a:off x="2194560" y="960120"/>
            <a:ext cx="2743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4" idx="3"/>
            <a:endCxn id="13" idx="1"/>
          </p:cNvCxnSpPr>
          <p:nvPr/>
        </p:nvCxnSpPr>
        <p:spPr>
          <a:xfrm flipV="1">
            <a:off x="2194560" y="1527048"/>
            <a:ext cx="2743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5" idx="3"/>
            <a:endCxn id="14" idx="1"/>
          </p:cNvCxnSpPr>
          <p:nvPr/>
        </p:nvCxnSpPr>
        <p:spPr>
          <a:xfrm flipV="1">
            <a:off x="2194560" y="2093976"/>
            <a:ext cx="2743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6" idx="3"/>
            <a:endCxn id="15" idx="1"/>
          </p:cNvCxnSpPr>
          <p:nvPr/>
        </p:nvCxnSpPr>
        <p:spPr>
          <a:xfrm flipV="1">
            <a:off x="2194560" y="2660904"/>
            <a:ext cx="2743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7" idx="3"/>
            <a:endCxn id="16" idx="1"/>
          </p:cNvCxnSpPr>
          <p:nvPr/>
        </p:nvCxnSpPr>
        <p:spPr>
          <a:xfrm flipV="1">
            <a:off x="2194560" y="3227832"/>
            <a:ext cx="2743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8" idx="3"/>
            <a:endCxn id="17" idx="1"/>
          </p:cNvCxnSpPr>
          <p:nvPr/>
        </p:nvCxnSpPr>
        <p:spPr>
          <a:xfrm flipV="1">
            <a:off x="2194560" y="3794760"/>
            <a:ext cx="2743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9" idx="3"/>
            <a:endCxn id="18" idx="1"/>
          </p:cNvCxnSpPr>
          <p:nvPr/>
        </p:nvCxnSpPr>
        <p:spPr>
          <a:xfrm flipV="1">
            <a:off x="2194560" y="4361687"/>
            <a:ext cx="2743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10" idx="3"/>
            <a:endCxn id="19" idx="1"/>
          </p:cNvCxnSpPr>
          <p:nvPr/>
        </p:nvCxnSpPr>
        <p:spPr>
          <a:xfrm flipV="1">
            <a:off x="2194560" y="4928616"/>
            <a:ext cx="2743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11" idx="3"/>
            <a:endCxn id="20" idx="1"/>
          </p:cNvCxnSpPr>
          <p:nvPr/>
        </p:nvCxnSpPr>
        <p:spPr>
          <a:xfrm flipV="1">
            <a:off x="2194560" y="5495544"/>
            <a:ext cx="2743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2000-01-01T00:00:00Z</dcterms:created>
  <dcterms:modified xsi:type="dcterms:W3CDTF">2000-01-01T00:00:00Z</dcterms:modified>
  <cp:category/>
</cp:coreProperties>
</file>