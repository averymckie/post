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nodejs-governance: forced order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collaborator</a:t>
            </a:r>
          </a:p>
          <a:p>
            <a:r>
              <a:rPr sz="800"/>
              <a:t>s00#e25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share</a:t>
            </a:r>
          </a:p>
          <a:p>
            <a:r>
              <a:rPr sz="800"/>
              <a:t>s00#e10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86537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meeting</a:t>
            </a:r>
          </a:p>
          <a:p>
            <a:r>
              <a:rPr sz="800"/>
              <a:t>s01#e3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43230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hour</a:t>
            </a:r>
          </a:p>
          <a:p>
            <a:r>
              <a:rPr sz="800"/>
              <a:t>s01#e8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99923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time</a:t>
            </a:r>
          </a:p>
          <a:p>
            <a:r>
              <a:rPr sz="800"/>
              <a:t>s04#e4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56616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week</a:t>
            </a:r>
          </a:p>
          <a:p>
            <a:r>
              <a:rPr sz="800"/>
              <a:t>s00#e19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133087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require</a:t>
            </a:r>
          </a:p>
          <a:p>
            <a:r>
              <a:rPr sz="800"/>
              <a:t>s00#e23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70001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address</a:t>
            </a:r>
          </a:p>
          <a:p>
            <a:r>
              <a:rPr sz="800"/>
              <a:t>s01#e29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526694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onboarded</a:t>
            </a:r>
          </a:p>
          <a:p>
            <a:r>
              <a:rPr sz="800"/>
              <a:t>s00#e18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79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more</a:t>
            </a:r>
          </a:p>
          <a:p>
            <a:r>
              <a:rPr sz="800"/>
              <a:t>s00#e19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79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meeting</a:t>
            </a:r>
          </a:p>
          <a:p>
            <a:r>
              <a:rPr sz="800"/>
              <a:t>s00#e4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79" y="186537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ensure</a:t>
            </a:r>
          </a:p>
          <a:p>
            <a:r>
              <a:rPr sz="800"/>
              <a:t>s01#e8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79" y="243230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be</a:t>
            </a:r>
          </a:p>
          <a:p>
            <a:r>
              <a:rPr sz="800"/>
              <a:t>s01#e11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79" y="299923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add</a:t>
            </a:r>
          </a:p>
          <a:p>
            <a:r>
              <a:rPr sz="800"/>
              <a:t>s04#e33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68879" y="356616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oppose</a:t>
            </a:r>
          </a:p>
          <a:p>
            <a:r>
              <a:rPr sz="800"/>
              <a:t>s00#e7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79" y="4133087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zero</a:t>
            </a:r>
          </a:p>
          <a:p>
            <a:r>
              <a:rPr sz="800"/>
              <a:t>s00#e18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79" y="470001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advance</a:t>
            </a:r>
          </a:p>
          <a:p>
            <a:r>
              <a:rPr sz="800"/>
              <a:t>s01#e33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79" y="526694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visible</a:t>
            </a:r>
          </a:p>
          <a:p>
            <a:r>
              <a:rPr sz="800"/>
              <a:t>s00#e11</a:t>
            </a:r>
          </a:p>
        </p:txBody>
      </p:sp>
      <p:cxnSp>
        <p:nvCxnSpPr>
          <p:cNvPr id="21" name="Connector 20"/>
          <p:cNvCxnSpPr>
            <a:stCxn id="3" idx="3"/>
            <a:endCxn id="12" idx="1"/>
          </p:cNvCxnSpPr>
          <p:nvPr/>
        </p:nvCxnSpPr>
        <p:spPr>
          <a:xfrm flipV="1">
            <a:off x="2194560" y="960120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4" idx="3"/>
            <a:endCxn id="13" idx="1"/>
          </p:cNvCxnSpPr>
          <p:nvPr/>
        </p:nvCxnSpPr>
        <p:spPr>
          <a:xfrm flipV="1">
            <a:off x="2194560" y="1527048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5" idx="3"/>
            <a:endCxn id="14" idx="1"/>
          </p:cNvCxnSpPr>
          <p:nvPr/>
        </p:nvCxnSpPr>
        <p:spPr>
          <a:xfrm flipV="1">
            <a:off x="2194560" y="2093976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6" idx="3"/>
            <a:endCxn id="15" idx="1"/>
          </p:cNvCxnSpPr>
          <p:nvPr/>
        </p:nvCxnSpPr>
        <p:spPr>
          <a:xfrm flipV="1">
            <a:off x="2194560" y="2660904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7" idx="3"/>
            <a:endCxn id="16" idx="1"/>
          </p:cNvCxnSpPr>
          <p:nvPr/>
        </p:nvCxnSpPr>
        <p:spPr>
          <a:xfrm flipV="1">
            <a:off x="2194560" y="3227832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3"/>
            <a:endCxn id="17" idx="1"/>
          </p:cNvCxnSpPr>
          <p:nvPr/>
        </p:nvCxnSpPr>
        <p:spPr>
          <a:xfrm flipV="1">
            <a:off x="2194560" y="3794760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9" idx="3"/>
            <a:endCxn id="18" idx="1"/>
          </p:cNvCxnSpPr>
          <p:nvPr/>
        </p:nvCxnSpPr>
        <p:spPr>
          <a:xfrm flipV="1">
            <a:off x="2194560" y="4361687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0" idx="3"/>
            <a:endCxn id="19" idx="1"/>
          </p:cNvCxnSpPr>
          <p:nvPr/>
        </p:nvCxnSpPr>
        <p:spPr>
          <a:xfrm flipV="1">
            <a:off x="2194560" y="4928616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1" idx="3"/>
            <a:endCxn id="20" idx="1"/>
          </p:cNvCxnSpPr>
          <p:nvPr/>
        </p:nvCxnSpPr>
        <p:spPr>
          <a:xfrm flipV="1">
            <a:off x="2194560" y="5495544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