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91440"/>
            <a:ext cx="1371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usc5-552-doj: forced order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74320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request</a:t>
            </a:r>
          </a:p>
          <a:p>
            <a:r>
              <a:rPr sz="800"/>
              <a:t>s00#e43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receipt</a:t>
            </a:r>
          </a:p>
          <a:p>
            <a:r>
              <a:rPr sz="800"/>
              <a:t>s00#e28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determination</a:t>
            </a:r>
          </a:p>
          <a:p>
            <a:r>
              <a:rPr sz="800"/>
              <a:t>s03#e3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give</a:t>
            </a:r>
          </a:p>
          <a:p>
            <a:r>
              <a:rPr sz="800"/>
              <a:t>s01#e36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base</a:t>
            </a:r>
          </a:p>
          <a:p>
            <a:r>
              <a:rPr sz="800"/>
              <a:t>s02#e53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submit</a:t>
            </a:r>
          </a:p>
          <a:p>
            <a:r>
              <a:rPr sz="800"/>
              <a:t>s01#e13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4133087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authorize</a:t>
            </a:r>
          </a:p>
          <a:p>
            <a:r>
              <a:rPr sz="800"/>
              <a:t>s00#e16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470001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description</a:t>
            </a:r>
          </a:p>
          <a:p>
            <a:r>
              <a:rPr sz="800"/>
              <a:t>s00#e44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526694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pend</a:t>
            </a:r>
          </a:p>
          <a:p>
            <a:r>
              <a:rPr sz="800"/>
              <a:t>s00#e36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83387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request</a:t>
            </a:r>
          </a:p>
          <a:p>
            <a:r>
              <a:rPr sz="800"/>
              <a:t>s00#e16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" y="640080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receive</a:t>
            </a:r>
          </a:p>
          <a:p>
            <a:r>
              <a:rPr sz="800"/>
              <a:t>s00#e33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696772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receive</a:t>
            </a:r>
          </a:p>
          <a:p>
            <a:r>
              <a:rPr sz="800"/>
              <a:t>s00#e43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79" y="73152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make</a:t>
            </a:r>
          </a:p>
          <a:p>
            <a:r>
              <a:rPr sz="800"/>
              <a:t>s00#e59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68879" y="129844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except</a:t>
            </a:r>
          </a:p>
          <a:p>
            <a:r>
              <a:rPr sz="800"/>
              <a:t>s00#e16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68879" y="186537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make</a:t>
            </a:r>
          </a:p>
          <a:p>
            <a:r>
              <a:rPr sz="800"/>
              <a:t>s03#e19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68879" y="243230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arrange</a:t>
            </a:r>
          </a:p>
          <a:p>
            <a:r>
              <a:rPr sz="800"/>
              <a:t>s01#e14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68879" y="299923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agency</a:t>
            </a:r>
          </a:p>
          <a:p>
            <a:r>
              <a:rPr sz="800"/>
              <a:t>s02#e59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468879" y="356616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February</a:t>
            </a:r>
          </a:p>
          <a:p>
            <a:r>
              <a:rPr sz="800"/>
              <a:t>s01#e4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68879" y="4133087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rely</a:t>
            </a:r>
          </a:p>
          <a:p>
            <a:r>
              <a:rPr sz="800"/>
              <a:t>s00#e13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68879" y="4700016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rely</a:t>
            </a:r>
          </a:p>
          <a:p>
            <a:r>
              <a:rPr sz="800"/>
              <a:t>s00#e40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879" y="5266944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agency</a:t>
            </a:r>
          </a:p>
          <a:p>
            <a:r>
              <a:rPr sz="800"/>
              <a:t>s00#e39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68879" y="5833872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elapse</a:t>
            </a:r>
          </a:p>
          <a:p>
            <a:r>
              <a:rPr sz="800"/>
              <a:t>s00#e13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68879" y="6400800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elapse</a:t>
            </a:r>
          </a:p>
          <a:p>
            <a:r>
              <a:rPr sz="800"/>
              <a:t>s00#e27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68879" y="6967728"/>
            <a:ext cx="1920240" cy="4572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800"/>
              <a:t>elapse</a:t>
            </a:r>
          </a:p>
          <a:p>
            <a:r>
              <a:rPr sz="800"/>
              <a:t>s00#e37</a:t>
            </a:r>
          </a:p>
        </p:txBody>
      </p:sp>
      <p:cxnSp>
        <p:nvCxnSpPr>
          <p:cNvPr id="27" name="Connector 26"/>
          <p:cNvCxnSpPr>
            <a:stCxn id="3" idx="3"/>
            <a:endCxn id="15" idx="1"/>
          </p:cNvCxnSpPr>
          <p:nvPr/>
        </p:nvCxnSpPr>
        <p:spPr>
          <a:xfrm flipV="1">
            <a:off x="2194560" y="960120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4" idx="3"/>
            <a:endCxn id="16" idx="1"/>
          </p:cNvCxnSpPr>
          <p:nvPr/>
        </p:nvCxnSpPr>
        <p:spPr>
          <a:xfrm flipV="1">
            <a:off x="2194560" y="1527048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3"/>
            <a:endCxn id="17" idx="1"/>
          </p:cNvCxnSpPr>
          <p:nvPr/>
        </p:nvCxnSpPr>
        <p:spPr>
          <a:xfrm flipV="1">
            <a:off x="2194560" y="2093976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6" idx="3"/>
            <a:endCxn id="18" idx="1"/>
          </p:cNvCxnSpPr>
          <p:nvPr/>
        </p:nvCxnSpPr>
        <p:spPr>
          <a:xfrm flipV="1">
            <a:off x="2194560" y="2660904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7" idx="3"/>
            <a:endCxn id="19" idx="1"/>
          </p:cNvCxnSpPr>
          <p:nvPr/>
        </p:nvCxnSpPr>
        <p:spPr>
          <a:xfrm flipV="1">
            <a:off x="2194560" y="3227832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8" idx="3"/>
            <a:endCxn id="20" idx="1"/>
          </p:cNvCxnSpPr>
          <p:nvPr/>
        </p:nvCxnSpPr>
        <p:spPr>
          <a:xfrm flipV="1">
            <a:off x="2194560" y="3794760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9" idx="3"/>
            <a:endCxn id="21" idx="1"/>
          </p:cNvCxnSpPr>
          <p:nvPr/>
        </p:nvCxnSpPr>
        <p:spPr>
          <a:xfrm flipV="1">
            <a:off x="2194560" y="4361687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0" idx="3"/>
            <a:endCxn id="22" idx="1"/>
          </p:cNvCxnSpPr>
          <p:nvPr/>
        </p:nvCxnSpPr>
        <p:spPr>
          <a:xfrm flipV="1">
            <a:off x="2194560" y="4928616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1" idx="3"/>
            <a:endCxn id="23" idx="1"/>
          </p:cNvCxnSpPr>
          <p:nvPr/>
        </p:nvCxnSpPr>
        <p:spPr>
          <a:xfrm flipV="1">
            <a:off x="2194560" y="5495544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2" idx="3"/>
            <a:endCxn id="24" idx="1"/>
          </p:cNvCxnSpPr>
          <p:nvPr/>
        </p:nvCxnSpPr>
        <p:spPr>
          <a:xfrm flipV="1">
            <a:off x="2194560" y="6062472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3" idx="3"/>
            <a:endCxn id="25" idx="1"/>
          </p:cNvCxnSpPr>
          <p:nvPr/>
        </p:nvCxnSpPr>
        <p:spPr>
          <a:xfrm flipV="1">
            <a:off x="2194560" y="6629400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4" idx="3"/>
            <a:endCxn id="26" idx="1"/>
          </p:cNvCxnSpPr>
          <p:nvPr/>
        </p:nvCxnSpPr>
        <p:spPr>
          <a:xfrm flipV="1">
            <a:off x="2194560" y="7196328"/>
            <a:ext cx="27431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