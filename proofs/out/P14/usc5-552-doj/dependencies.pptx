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usc5-552-doj: forced order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31520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request</a:t>
            </a:r>
          </a:p>
          <a:p>
            <a:r>
              <a:rPr sz="800"/>
              <a:t>s00#e43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98448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receipt</a:t>
            </a:r>
          </a:p>
          <a:p>
            <a:r>
              <a:rPr sz="800"/>
              <a:t>s00#e28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65376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determination</a:t>
            </a:r>
          </a:p>
          <a:p>
            <a:r>
              <a:rPr sz="800"/>
              <a:t>s03#e3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432304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give</a:t>
            </a:r>
          </a:p>
          <a:p>
            <a:r>
              <a:rPr sz="800"/>
              <a:t>s01#e36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999232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base</a:t>
            </a:r>
          </a:p>
          <a:p>
            <a:r>
              <a:rPr sz="800"/>
              <a:t>s02#e53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566160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submit</a:t>
            </a:r>
          </a:p>
          <a:p>
            <a:r>
              <a:rPr sz="800"/>
              <a:t>s01#e13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133087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authorize</a:t>
            </a:r>
          </a:p>
          <a:p>
            <a:r>
              <a:rPr sz="800"/>
              <a:t>s00#e16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700016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description</a:t>
            </a:r>
          </a:p>
          <a:p>
            <a:r>
              <a:rPr sz="800"/>
              <a:t>s00#e44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5266944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pend</a:t>
            </a:r>
          </a:p>
          <a:p>
            <a:r>
              <a:rPr sz="800"/>
              <a:t>s00#e36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5833872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request</a:t>
            </a:r>
          </a:p>
          <a:p>
            <a:r>
              <a:rPr sz="800"/>
              <a:t>s00#e16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6400800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receive</a:t>
            </a:r>
          </a:p>
          <a:p>
            <a:r>
              <a:rPr sz="800"/>
              <a:t>s00#e33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6967728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receive</a:t>
            </a:r>
          </a:p>
          <a:p>
            <a:r>
              <a:rPr sz="800"/>
              <a:t>s00#e43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79" y="731520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make</a:t>
            </a:r>
          </a:p>
          <a:p>
            <a:r>
              <a:rPr sz="800"/>
              <a:t>s00#e59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79" y="1298448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except</a:t>
            </a:r>
          </a:p>
          <a:p>
            <a:r>
              <a:rPr sz="800"/>
              <a:t>s00#e16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79" y="1865376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make</a:t>
            </a:r>
          </a:p>
          <a:p>
            <a:r>
              <a:rPr sz="800"/>
              <a:t>s03#e19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79" y="2432304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arrange</a:t>
            </a:r>
          </a:p>
          <a:p>
            <a:r>
              <a:rPr sz="800"/>
              <a:t>s01#e14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79" y="2999232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agency</a:t>
            </a:r>
          </a:p>
          <a:p>
            <a:r>
              <a:rPr sz="800"/>
              <a:t>s02#e59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79" y="3566160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February</a:t>
            </a:r>
          </a:p>
          <a:p>
            <a:r>
              <a:rPr sz="800"/>
              <a:t>s01#e4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68879" y="4133087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rely</a:t>
            </a:r>
          </a:p>
          <a:p>
            <a:r>
              <a:rPr sz="800"/>
              <a:t>s00#e13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8879" y="4700016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rely</a:t>
            </a:r>
          </a:p>
          <a:p>
            <a:r>
              <a:rPr sz="800"/>
              <a:t>s00#e40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68879" y="5266944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agency</a:t>
            </a:r>
          </a:p>
          <a:p>
            <a:r>
              <a:rPr sz="800"/>
              <a:t>s00#e39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68879" y="5833872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elapse</a:t>
            </a:r>
          </a:p>
          <a:p>
            <a:r>
              <a:rPr sz="800"/>
              <a:t>s00#e13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68879" y="6400800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elapse</a:t>
            </a:r>
          </a:p>
          <a:p>
            <a:r>
              <a:rPr sz="800"/>
              <a:t>s00#e27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68879" y="6967728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elapse</a:t>
            </a:r>
          </a:p>
          <a:p>
            <a:r>
              <a:rPr sz="800"/>
              <a:t>s00#e37</a:t>
            </a:r>
          </a:p>
        </p:txBody>
      </p:sp>
      <p:cxnSp>
        <p:nvCxnSpPr>
          <p:cNvPr id="27" name="Connector 26"/>
          <p:cNvCxnSpPr>
            <a:stCxn id="3" idx="3"/>
            <a:endCxn id="15" idx="1"/>
          </p:cNvCxnSpPr>
          <p:nvPr/>
        </p:nvCxnSpPr>
        <p:spPr>
          <a:xfrm flipV="1">
            <a:off x="2194560" y="960120"/>
            <a:ext cx="2743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4" idx="3"/>
            <a:endCxn id="16" idx="1"/>
          </p:cNvCxnSpPr>
          <p:nvPr/>
        </p:nvCxnSpPr>
        <p:spPr>
          <a:xfrm flipV="1">
            <a:off x="2194560" y="1527048"/>
            <a:ext cx="2743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5" idx="3"/>
            <a:endCxn id="17" idx="1"/>
          </p:cNvCxnSpPr>
          <p:nvPr/>
        </p:nvCxnSpPr>
        <p:spPr>
          <a:xfrm flipV="1">
            <a:off x="2194560" y="2093976"/>
            <a:ext cx="2743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6" idx="3"/>
            <a:endCxn id="18" idx="1"/>
          </p:cNvCxnSpPr>
          <p:nvPr/>
        </p:nvCxnSpPr>
        <p:spPr>
          <a:xfrm flipV="1">
            <a:off x="2194560" y="2660904"/>
            <a:ext cx="2743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7" idx="3"/>
            <a:endCxn id="19" idx="1"/>
          </p:cNvCxnSpPr>
          <p:nvPr/>
        </p:nvCxnSpPr>
        <p:spPr>
          <a:xfrm flipV="1">
            <a:off x="2194560" y="3227832"/>
            <a:ext cx="2743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8" idx="3"/>
            <a:endCxn id="20" idx="1"/>
          </p:cNvCxnSpPr>
          <p:nvPr/>
        </p:nvCxnSpPr>
        <p:spPr>
          <a:xfrm flipV="1">
            <a:off x="2194560" y="3794760"/>
            <a:ext cx="2743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stCxn id="9" idx="3"/>
            <a:endCxn id="21" idx="1"/>
          </p:cNvCxnSpPr>
          <p:nvPr/>
        </p:nvCxnSpPr>
        <p:spPr>
          <a:xfrm flipV="1">
            <a:off x="2194560" y="4361687"/>
            <a:ext cx="2743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10" idx="3"/>
            <a:endCxn id="22" idx="1"/>
          </p:cNvCxnSpPr>
          <p:nvPr/>
        </p:nvCxnSpPr>
        <p:spPr>
          <a:xfrm flipV="1">
            <a:off x="2194560" y="4928616"/>
            <a:ext cx="2743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stCxn id="11" idx="3"/>
            <a:endCxn id="23" idx="1"/>
          </p:cNvCxnSpPr>
          <p:nvPr/>
        </p:nvCxnSpPr>
        <p:spPr>
          <a:xfrm flipV="1">
            <a:off x="2194560" y="5495544"/>
            <a:ext cx="2743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12" idx="3"/>
            <a:endCxn id="24" idx="1"/>
          </p:cNvCxnSpPr>
          <p:nvPr/>
        </p:nvCxnSpPr>
        <p:spPr>
          <a:xfrm flipV="1">
            <a:off x="2194560" y="6062472"/>
            <a:ext cx="2743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stCxn id="13" idx="3"/>
            <a:endCxn id="25" idx="1"/>
          </p:cNvCxnSpPr>
          <p:nvPr/>
        </p:nvCxnSpPr>
        <p:spPr>
          <a:xfrm flipV="1">
            <a:off x="2194560" y="6629400"/>
            <a:ext cx="2743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stCxn id="14" idx="3"/>
            <a:endCxn id="26" idx="1"/>
          </p:cNvCxnSpPr>
          <p:nvPr/>
        </p:nvCxnSpPr>
        <p:spPr>
          <a:xfrm flipV="1">
            <a:off x="2194560" y="7196328"/>
            <a:ext cx="2743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</cp:coreProperties>
</file>