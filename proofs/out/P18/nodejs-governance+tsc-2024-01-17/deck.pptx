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steps discussed at tsc-2024-01-17, with minutes lines per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share  (1 lines)</a:t>
            </a:r>
          </a:p>
          <a:p>
            <a:r>
              <a:rPr sz="800"/>
              <a:t>s00#e10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9844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be  (4 lines)</a:t>
            </a:r>
          </a:p>
          <a:p>
            <a:r>
              <a:rPr sz="800"/>
              <a:t>s01#e11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6537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time  (2 lines)</a:t>
            </a:r>
          </a:p>
          <a:p>
            <a:r>
              <a:rPr sz="800"/>
              <a:t>s04#e4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3230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week  (1 lines)</a:t>
            </a:r>
          </a:p>
          <a:p>
            <a:r>
              <a:rPr sz="800"/>
              <a:t>s00#e19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99923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require  (1 lines)</a:t>
            </a:r>
          </a:p>
          <a:p>
            <a:r>
              <a:rPr sz="800"/>
              <a:t>s00#e23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6616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address  (3 lines)</a:t>
            </a:r>
          </a:p>
          <a:p>
            <a:r>
              <a:rPr sz="800"/>
              <a:t>s01#e29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73152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add  (4 lines)</a:t>
            </a:r>
          </a:p>
          <a:p>
            <a:r>
              <a:rPr sz="800"/>
              <a:t>s04#e33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29844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advance  (3 lines)</a:t>
            </a:r>
          </a:p>
          <a:p>
            <a:r>
              <a:rPr sz="800"/>
              <a:t>s01#e33</a:t>
            </a:r>
          </a:p>
        </p:txBody>
      </p:sp>
      <p:cxnSp>
        <p:nvCxnSpPr>
          <p:cNvPr id="11" name="Connector 10"/>
          <p:cNvCxnSpPr>
            <a:stCxn id="5" idx="3"/>
            <a:endCxn id="9" idx="1"/>
          </p:cNvCxnSpPr>
          <p:nvPr/>
        </p:nvCxnSpPr>
        <p:spPr>
          <a:xfrm flipV="1">
            <a:off x="2194560" y="960120"/>
            <a:ext cx="274319" cy="11338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3"/>
            <a:endCxn id="10" idx="1"/>
          </p:cNvCxnSpPr>
          <p:nvPr/>
        </p:nvCxnSpPr>
        <p:spPr>
          <a:xfrm flipV="1">
            <a:off x="2194560" y="1527048"/>
            <a:ext cx="274319" cy="2267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